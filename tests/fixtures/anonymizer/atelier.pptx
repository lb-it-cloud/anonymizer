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0_FD664A5D.xml" ContentType="application/vnd.ms-powerpoint.comments+xml"/>
  <Override PartName="/ppt/notesSlides/notesSlide1.xml" ContentType="application/vnd.openxmlformats-officedocument.presentationml.notesSlide+xml"/>
  <Override PartName="/ppt/comments/modernComment_101_E9B7C13C.xml" ContentType="application/vnd.ms-powerpoint.comments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EE1381-5A79-F440-E7AD-4A401ADE796E}" name="Jean Morel" initials="JM" userId="0a1b2c3d4e5f6789" providerId="Windows Live"/>
  <p188:author id="{B093B494-8861-DE2B-2838-EDDB713334CA}" name="Hélène Martin" initials="HM" userId="Selene.martin@contoso.com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Parc Contoso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Postes Contoso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Lyon</c:v>
                </c:pt>
                <c:pt idx="1">
                  <c:v>Contoso Paris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1247</c:v>
                </c:pt>
                <c:pt idx="1">
                  <c:v>3512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FD-454A-B9B5-E9A487608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100_FD664A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9D33F1-F636-43CE-A87F-B7869C51D09D}" authorId="{0DEE1381-5A79-F440-E7AD-4A401ADE796E}" created="2026-10-09T08:23:12.854">
    <pc:sldMkLst xmlns:pc="http://schemas.microsoft.com/office/powerpoint/2013/main/command">
      <pc:docMk/>
      <pc:sldMk cId="4251339357" sldId="256"/>
    </pc:sldMkLst>
    <p188:pos x="127000" y="127000"/>
    <p188:txBody>
      <a:bodyPr/>
      <a:lstStyle/>
      <a:p>
        <a:r>
          <a:rPr lang="en-US"/>
          <a:t>Vérifier avec Paul Durand</a:t>
        </a:r>
      </a:p>
    </p188:txBody>
  </p188:cm>
</p188:cmLst>
</file>

<file path=ppt/comments/modernComment_101_E9B7C1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D72329-6FE2-4716-9777-1D08729CDA15}" authorId="{B093B494-8861-DE2B-2838-EDDB713334CA}" created="2026-10-09T08:23:12.841">
    <pc:sldMkLst xmlns:pc="http://schemas.microsoft.com/office/powerpoint/2013/main/command">
      <pc:docMk/>
      <pc:sldMk cId="3921133884" sldId="257"/>
    </pc:sldMkLst>
    <p188:pos x="127000" y="127000"/>
    <p188:txBody>
      <a:bodyPr/>
      <a:lstStyle/>
      <a:p>
        <a:r>
          <a:rPr lang="en-US"/>
          <a:t>Vérifier avec Paul Durand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7A4B7-8472-4E35-BD44-6F33F96E486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3B77B-A47E-40B5-9275-7225698F3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9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Appeler Karim Benali au 06 12 34 56 78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3B77B-A47E-40B5-9275-7225698F3E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76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A1E9-7EE1-49B8-6C2A-20048F144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CECB1-4588-B063-F4E1-579E21090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3F485-20D6-74F6-B96F-AC724AF3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9307D-77F7-DF4A-2560-C132BADC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C523F-FA18-370E-C575-F5753F5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03DA-67C4-33B0-6AB6-6B49832D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FB1A-74EA-AC03-7FAA-62219FAF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02AEE-2C90-C8E5-8527-86A1C801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F6590-09BA-FE33-4F6F-8879CCA3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42070-5396-AAD0-2597-6904F913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5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A6FB-4321-FA74-971E-0E68444F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A551-AA4D-A516-9497-BE8AE6529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5A0F-5767-45B4-73D8-16E7015B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2E7B1-7973-647E-22CA-46F2AD08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7AB0C-133C-94E4-E217-392E1244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C6E3-3042-8A98-BC73-E2B04670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1C611-6906-EE21-1B44-83BC2631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C9543-4653-12EF-3A51-F3D765350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20032-F6F0-D023-490D-2210FA5E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41A25-395A-ECB0-444B-4D32BE5D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3362B-671E-896F-7F24-3E963921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5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53AF-9773-1679-C42A-FF90CD94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33D82-BBE3-D0D4-9827-8A4D65929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7E5F7-92F7-2B0A-3278-D5A908CAB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2F962-8E1D-F87E-008E-913CACB84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99110-86F0-DEC1-04E0-3E4A68EDA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CA9926-770C-F54D-883D-8CB50D5B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1AAAB-41BF-54F2-9B5E-0538467E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3E000-164B-A67B-4927-3AE04B0D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7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F585-3EA7-74EA-81CD-68FCC335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2C66C-C303-96E6-67C4-6DEB7F07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74264-4FE5-DCEC-B610-121708F2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80ACA-4AEB-1BD4-DD5A-BD68E3C7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4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B5D17-C539-18A6-654B-22425CDE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4E68B-7931-DEF4-A944-006FD3D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B744C-4168-A5E9-BD5F-389F44A0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8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A9BB-253F-0567-C324-59580C03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9E00-4F3A-C8C8-FF26-A10E46808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B0AB8-8EEB-61F5-BBC5-0CCB6E814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E4D82-BD4A-7E77-2E7E-C205C3B5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B50B5-5528-FEC9-12AB-525E2347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C4F2A-AB88-A061-88DE-A9F1A964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0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D1A3-1EFE-84DB-AE97-4EBCFBD5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5826E-3EAE-20C7-5538-79D435592A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8263D-3853-1C68-9EE7-9487406AA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456A2-37DA-9842-5761-A352E1C9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12785-0DAD-92D3-BFE2-975EA07C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802F5-D187-4368-498E-0B98DA19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9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AE74-726E-AB72-B58A-D07591F3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A2501-1F28-B96D-CC9A-3CC82E638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7BDBD-A8EA-B885-1336-867DD108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352FF-FB11-8DB1-615D-D69AB959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69B8A-1F41-BEA9-1BC2-0045C043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4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03FF8-60A2-A513-7708-2A37700D5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C8E0A-0560-77DA-4F6F-04E9EAE9A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FE79-3837-8129-D0A8-D099B52C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D3985-6432-9BBA-B951-6B72422C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47A2C-CE87-B7A1-A033-671BCD9D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16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CA21-D733-5917-2B0B-39B0AABA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91701-A607-AFCA-4542-F6C071A2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A5F81-B87E-BEFD-974F-C8805627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6DA0C-9A72-B527-B1EC-E4E5ED53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C574D-9835-9F1A-469D-235769F3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7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2FACB-8406-04F5-2F8F-9201D1E2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4F13-0A1A-BADD-2D26-AA8C49D3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CDD3-CD8E-D3EC-4738-13CD4FC43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CDE2B-FDFE-4509-87C4-3B08880180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ECAF9-9E67-587C-F4F8-77A1546C3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13371-4CD2-B773-A858-0A81E377B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CA096-32DD-4FD3-8AAD-378FB2F9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9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FD664A5D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E9B7C13C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8EE2-F6D3-3722-8146-2FC994C18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Atelier Contoso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68322-83DF-2278-E786-38EDE8FFB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Marie Dupont — marie.dupont@contoso.com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393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4813-4C53-9C25-B20D-07647E7E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Points clés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1F368-C948-8E54-BB34-B3F74A570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 site de </a:t>
            </a:r>
            <a:r>
              <a:rPr lang="fr-FR" b="1"/>
              <a:t>Ly</a:t>
            </a:r>
            <a:r>
              <a:rPr lang="fr-FR"/>
              <a:t>on compte 1 247 postes</a:t>
            </a:r>
          </a:p>
          <a:p>
            <a:r>
              <a:rPr lang="fr-FR"/>
              <a:t>Karim Benali pilote la migration</a:t>
            </a:r>
          </a:p>
          <a:p>
            <a:r>
              <a:rPr lang="fr-FR"/>
              <a:t>Tenant contoso.onmicrosoft.com</a:t>
            </a:r>
            <a:endParaRPr lang="en-US"/>
          </a:p>
        </p:txBody>
      </p:sp>
      <p:pic>
        <p:nvPicPr>
          <p:cNvPr id="5" name="Picture 4" descr="Capture du tenant Contoso">
            <a:extLst>
              <a:ext uri="{FF2B5EF4-FFF2-40B4-BE49-F238E27FC236}">
                <a16:creationId xmlns:a16="http://schemas.microsoft.com/office/drawing/2014/main" id="{5300354F-E1F8-B7B8-44CB-38E75F28A24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810000"/>
            <a:ext cx="2540000" cy="76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DBC62-A4F1-914E-07BE-0211483C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Contoso confidentiel</a:t>
            </a:r>
          </a:p>
        </p:txBody>
      </p:sp>
    </p:spTree>
    <p:extLst>
      <p:ext uri="{BB962C8B-B14F-4D97-AF65-F5344CB8AC3E}">
        <p14:creationId xmlns:p14="http://schemas.microsoft.com/office/powerpoint/2010/main" val="3921133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955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Atelier Contoso</vt:lpstr>
      <vt:lpstr>Points clés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Morel</dc:creator>
  <cp:lastModifiedBy>Jean Morel</cp:lastModifiedBy>
  <cp:revision>1</cp:revision>
  <dcterms:created xsi:type="dcterms:W3CDTF">2026-10-09T08:23:12Z</dcterms:created>
  <dcterms:modified xsi:type="dcterms:W3CDTF">2026-10-09T08:30:12Z</dcterms:modified>
</cp:coreProperties>
</file>